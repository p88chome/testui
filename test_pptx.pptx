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2024 ������������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AI ������������������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������������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• ������ AI ������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• ������������ Skills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• ������������������������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���������������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• Meeting AI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• Policy Analysis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• PPTX Generator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