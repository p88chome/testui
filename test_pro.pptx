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0000"/>
                </a:solidFill>
              </a:defRPr>
            </a:pPr>
            <a:r>
              <a:t>2024 AI ������������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75787B"/>
                </a:solidFill>
              </a:defRPr>
            </a:pPr>
            <a:r>
              <a:t>AI ������������������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2026年01月31日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������������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137160" cy="1371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000000"/>
                </a:solidFill>
              </a:defRPr>
            </a:pPr>
            <a:r>
              <a:t>��������������� AI ������������������������������������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51760"/>
            <a:ext cx="137160" cy="1371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000000"/>
                </a:solidFill>
              </a:defRPr>
            </a:pPr>
            <a:r>
              <a:t>���������������������������������������������������������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566160"/>
            <a:ext cx="137160" cy="1371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000000"/>
                </a:solidFill>
              </a:defRPr>
            </a:pPr>
            <a:r>
              <a:t>������������������������������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5787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���������������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137160" cy="1371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000000"/>
                </a:solidFill>
              </a:defRPr>
            </a:pPr>
            <a:r>
              <a:t>Meeting AI - ���������������������������������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51760"/>
            <a:ext cx="137160" cy="1371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000000"/>
                </a:solidFill>
              </a:defRPr>
            </a:pPr>
            <a:r>
              <a:t>Policy Analysis - ���������������������������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566160"/>
            <a:ext cx="137160" cy="1371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000000"/>
                </a:solidFill>
              </a:defRPr>
            </a:pPr>
            <a:r>
              <a:t>PPT Generator - ������������������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5787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������������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137160" cy="1371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000000"/>
                </a:solidFill>
              </a:defRPr>
            </a:pPr>
            <a:r>
              <a:t>������������ Vue 3 + PrimeVue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51760"/>
            <a:ext cx="137160" cy="1371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000000"/>
                </a:solidFill>
              </a:defRPr>
            </a:pPr>
            <a:r>
              <a:t>������������ FastAPI + PostgreSQL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566160"/>
            <a:ext cx="137160" cy="1371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000000"/>
                </a:solidFill>
              </a:defRPr>
            </a:pPr>
            <a:r>
              <a:t>LLM ������ Azure OpenAI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5787B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86BC25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75787B"/>
                </a:solidFill>
              </a:defRPr>
            </a:pPr>
            <a:r>
              <a:t>Questions &amp;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