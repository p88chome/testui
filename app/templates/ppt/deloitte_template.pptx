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2860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000000"/>
                </a:solidFill>
              </a:defRPr>
            </a:pPr>
            <a:r>
              <a:t>{{TITLE}}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6616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75787B"/>
                </a:solidFill>
              </a:defRPr>
            </a:pPr>
            <a:r>
              <a:t>{{SUBTITLE}}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6492240"/>
            <a:ext cx="2743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{{DATE}}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{{SLIDE_TITLE}}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09728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2000">
                <a:solidFill>
                  <a:srgbClr val="000000"/>
                </a:solidFill>
              </a:defRPr>
            </a:pPr>
            <a:r>
              <a:t>{{CONTENT}}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9224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75787B"/>
                </a:solidFill>
              </a:defRPr>
            </a:pPr>
            <a:r>
              <a:t>{{PAGE}}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</a:defRPr>
            </a:pPr>
            <a:r>
              <a:t>{{SECTION_TITLE}}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1828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{{SECTION_NUM}}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{{SLIDE_TITLE}}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{{LEFT_CONTENT}}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000000"/>
                </a:solidFill>
              </a:defRPr>
            </a:pPr>
            <a:r>
              <a:t>{{RIGHT_CONTENT}}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0" y="1554480"/>
            <a:ext cx="18288" cy="4846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{{SLIDE_TITLE}}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64592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{{BULLET_1}}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56032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{{BULLET_2}}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47472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{{BULLET_3}}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38912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{{BULLET_4}}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5303520"/>
            <a:ext cx="137160" cy="1371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5212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000000"/>
                </a:solidFill>
              </a:defRPr>
            </a:pPr>
            <a:r>
              <a:t>{{BULLET_5}}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86BC25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75787B"/>
                </a:solidFill>
              </a:defRPr>
            </a:pPr>
            <a:r>
              <a:t>{{CONTACT}}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